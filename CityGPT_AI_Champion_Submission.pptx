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CHAMPION COMPETITION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Program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internal AI knowledge access company-wide through OpenWebUI — custom models, curated knowledge bases, and hands-on prompt training.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Gupta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29000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2900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7220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on OpenWebUI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Ventures   |   AI Champion Submission   | 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PROBLEM + IMPACT BEFORE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BE12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280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spent hours searching scattered SOPs, policies, and vendor docs across SharePoint, Drive, and email — and public ChatGPT couldn't see internal data. AI usage was inconsistent and untrained.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39776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00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BEFORE AI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6596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 find one policy/SOP answer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" y="32278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hrs/day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965960" y="3227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each knowledge worker on lookups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36667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65960" y="3666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using any AI tool effectively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" y="41056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65960" y="41056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bases connected to AI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09160" y="2148840"/>
            <a:ext cx="39776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5000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92040" y="2916936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5102352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People Ops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611112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lookup, leave rules, onboarding Q&amp;A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892040" y="335584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2"/>
          <p:cNvSpPr/>
          <p:nvPr/>
        </p:nvSpPr>
        <p:spPr>
          <a:xfrm>
            <a:off x="5102352" y="32278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61111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retrieval, vendor escalation playbooks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892040" y="3794760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5"/>
          <p:cNvSpPr/>
          <p:nvPr/>
        </p:nvSpPr>
        <p:spPr>
          <a:xfrm>
            <a:off x="5102352" y="36667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Legal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611112" y="3666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references, compliance checks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92040" y="423367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28"/>
          <p:cNvSpPr/>
          <p:nvPr/>
        </p:nvSpPr>
        <p:spPr>
          <a:xfrm>
            <a:off x="5102352" y="41056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Engineering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611112" y="410565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Runbooks, incident response, internal docs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STEP-BY-STEP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88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AI TOOL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CityGPT on OpenWebUI — custom department models + curated knowledge bases + RAG retrieval + structured prompt library.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9545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08810" y="2011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190881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4231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624328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1588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Per-dept doc collections: HR policy, IT runbooks, Ops SOPs, vendor manuals — chunked + embedded.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48890" y="1874520"/>
            <a:ext cx="19545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00500" y="2011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6" name="Text 13"/>
          <p:cNvSpPr/>
          <p:nvPr/>
        </p:nvSpPr>
        <p:spPr>
          <a:xfrm>
            <a:off x="40005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0" y="205740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31770" y="24231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731770" y="2624328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31770" y="2862072"/>
            <a:ext cx="1588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Per-use-case OpenWebUI models with tuned system prompts, retrieval settings, and citation rules.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40580" y="1874520"/>
            <a:ext cx="19545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92190" y="2011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3" name="Text 19"/>
          <p:cNvSpPr/>
          <p:nvPr/>
        </p:nvSpPr>
        <p:spPr>
          <a:xfrm>
            <a:off x="609219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205740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23460" y="24231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23460" y="2624328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Workshops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823460" y="2862072"/>
            <a:ext cx="1588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live sessions teaching prompt patterns, knowledge tagging, verification, and citation habits.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32270" y="1874520"/>
            <a:ext cx="19545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183880" y="2011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0" name="Text 25"/>
          <p:cNvSpPr/>
          <p:nvPr/>
        </p:nvSpPr>
        <p:spPr>
          <a:xfrm>
            <a:off x="8183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2057400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15150" y="242316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SCALE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15150" y="2624328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915150" y="2862072"/>
            <a:ext cx="1588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1 trained champion per team to coach colleagues and surface new knowledge gaps.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3456432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39312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0120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TIMELINE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40080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481328" y="3986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5 IT power users test 2 knowledge bases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4008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481328" y="424281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50+ users across 4 departments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40080" y="4498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481328" y="44988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Train-the-trainer: 10 dept champions certified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4709160" y="3456432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39312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21208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TRANSFORMATION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4846320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600" dirty="0"/>
          </a:p>
        </p:txBody>
      </p:sp>
      <p:sp>
        <p:nvSpPr>
          <p:cNvPr id="48" name="Text 40"/>
          <p:cNvSpPr/>
          <p:nvPr/>
        </p:nvSpPr>
        <p:spPr>
          <a:xfrm>
            <a:off x="4846320" y="4425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lookup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355080" y="4096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694944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2600" dirty="0"/>
          </a:p>
        </p:txBody>
      </p:sp>
      <p:sp>
        <p:nvSpPr>
          <p:cNvPr id="51" name="Text 43"/>
          <p:cNvSpPr/>
          <p:nvPr/>
        </p:nvSpPr>
        <p:spPr>
          <a:xfrm>
            <a:off x="6949440" y="4425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response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5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QUANTIFIED METRICS  ·  ★ MOST IMPORTANT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Efficiency Gains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212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16736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225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time reduction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30 sec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1360" y="1188720"/>
            <a:ext cx="262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188720"/>
            <a:ext cx="26212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44240" y="1316736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44240" y="1719072"/>
            <a:ext cx="225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active 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4240" y="1883664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departments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65520" y="1188720"/>
            <a:ext cx="262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188720"/>
            <a:ext cx="262128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316736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48400" y="1719072"/>
            <a:ext cx="225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live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48400" y="1883664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IT · Ops · Finance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/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policy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reduction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AI users (org-wide)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 increase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bases deployed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coverage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Prompt-quality score (pre/post training)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improvement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hours saved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~440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MMK 4.4M saved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526280"/>
            <a:ext cx="8229600" cy="329184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99432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8680" y="4526280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realistic internal estimates from the pilot cohort — to be verified with audit logs before live finals.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WHERE ELSE  ·  90-DAY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8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SCALE?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8470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140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NearMe Customer Support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5728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59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Van logistics &amp; ops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70048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633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 operations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44368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907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HUB-HR (recruitment &amp; onboarding)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18688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182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Legal compliance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685800" y="35204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749808" y="3840480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2"/>
          <p:cNvSpPr/>
          <p:nvPr/>
        </p:nvSpPr>
        <p:spPr>
          <a:xfrm>
            <a:off x="91440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 infra &amp; GPU capacity (Q3 upgrade)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49808" y="4096512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14"/>
          <p:cNvSpPr/>
          <p:nvPr/>
        </p:nvSpPr>
        <p:spPr>
          <a:xfrm>
            <a:off x="914400" y="4005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owners to curate knowledge sources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9808" y="4352544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16"/>
          <p:cNvSpPr/>
          <p:nvPr/>
        </p:nvSpPr>
        <p:spPr>
          <a:xfrm>
            <a:off x="91440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sponsorship + training time budget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1188720"/>
            <a:ext cx="3977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389888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49240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983480" y="1965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0"/>
          <p:cNvSpPr/>
          <p:nvPr/>
        </p:nvSpPr>
        <p:spPr>
          <a:xfrm>
            <a:off x="4983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5175504" y="2377440"/>
            <a:ext cx="2743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2"/>
          <p:cNvSpPr/>
          <p:nvPr/>
        </p:nvSpPr>
        <p:spPr>
          <a:xfrm>
            <a:off x="5532120" y="19476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5532120" y="2130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Power Users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5532120" y="23865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 dept champions; certify on prompt patterns + knowledge tagging.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983480" y="28803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26"/>
          <p:cNvSpPr/>
          <p:nvPr/>
        </p:nvSpPr>
        <p:spPr>
          <a:xfrm>
            <a:off x="49834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5175504" y="3291840"/>
            <a:ext cx="2743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28"/>
          <p:cNvSpPr/>
          <p:nvPr/>
        </p:nvSpPr>
        <p:spPr>
          <a:xfrm>
            <a:off x="5532120" y="28620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5532120" y="3044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Expansion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532120" y="33009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CityGPT to 50+ users across HR, IT, Ops; ship 5 new knowledge bases.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983480" y="37947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2"/>
          <p:cNvSpPr/>
          <p:nvPr/>
        </p:nvSpPr>
        <p:spPr>
          <a:xfrm>
            <a:off x="498348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5532120" y="37764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5532120" y="39593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Expand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5532120" y="4215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NPS lift + usage analytics; plan org-wide launch (target 500+ users).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37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CITYGPT ENABLEMENT PROGRAM   |   Rahul Gupta · Digital / IT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City Ventures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CityGPT Enablement Program — AI Champion Competition</dc:title>
  <dc:subject>PptxGenJS Presentation</dc:subject>
  <dc:creator>Rahul Gupta</dc:creator>
  <cp:lastModifiedBy>Rahul Gupta</cp:lastModifiedBy>
  <cp:revision>1</cp:revision>
  <dcterms:created xsi:type="dcterms:W3CDTF">2026-05-12T03:55:57Z</dcterms:created>
  <dcterms:modified xsi:type="dcterms:W3CDTF">2026-05-12T03:55:57Z</dcterms:modified>
</cp:coreProperties>
</file>